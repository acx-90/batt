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965960"/>
            <a:ext cx="91440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Microsoft YaHei"/>
                <a:ea typeface="Microsoft YaHei"/>
              </a:rPr>
              <a:t>第 0 期实验汇报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91440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100 Ah NMC 模板 · 一阶等效电路 · 合成数据对照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先讲英飞凌 demo 的网络和 SOC，再讲我们怎么拆开做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Microsoft YaHei"/>
                <a:ea typeface="Microsoft YaHei"/>
              </a:rPr>
              <a:t>结论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5760720" cy="530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第 0 期已经做完。A 到 H 都有正式数字，可以进第 1 期。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起因是英飞凌现场 demo：小网按拍反传，短窗口看起来过关。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拉长时间，SOC 和电阻都会出问题。这期把它们拆开对照。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Microsoft YaHei"/>
                <a:ea typeface="Microsoft YaHei"/>
              </a:rPr>
              <a:t>英飞凌 demo 在做什么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5760720" cy="530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SOC 侧也有 EKF。OCV 不是查表，是冻死的 1×4×8×4×1，和 PyBaMM 最差大约差 30 mV。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电阻侧 3×8×2：规格书点 + 网络残差。电压偏过 10 mV 就按拍反传。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对外放大约 300 秒，SOC 误差报 1% 以内。看起来像卡尔曼加边缘增量。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拆开以后，网络和 SOC 是两类不同的病。不是他们没上 EKF。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Microsoft YaHei"/>
                <a:ea typeface="Microsoft YaHei"/>
              </a:rPr>
              <a:t>网络：太小，而且不像在学曲面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5760720" cy="530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8 个隐单元撑不起整张电阻曲面。增量还冻前层，每芯真正能改的只有 18 个数。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运行起来像参数辨识器：8 个冻住的特征当回归量，18 个数当参数，用电压误差逐步刷。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没有协方差，没有遗忘因子。函数形式带着电流、SOC、温度，统计行为是跟当前这一段工况。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Microsoft YaHei"/>
                <a:ea typeface="Microsoft YaHei"/>
              </a:rPr>
              <a:t>网络：策略、遗忘、抢误差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5760720" cy="530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过 10 mV 就每 0.1 秒一步。相邻两拍几乎一样，十几秒就是上百次同方向的梯度。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18 个数全体工况共用。停在一个点上更新，所有温度、所有 SOC 的读出一起动。这是灾难遗忘。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每芯独立只挡住电芯 A 写进电芯 B，挡不住同一只电芯洗掉自己的旧工况。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已经有 EKF，残差头还拿同一条电压误差按拍改电阻。滤波和创新头互相拧。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Microsoft YaHei"/>
                <a:ea typeface="Microsoft YaHei"/>
              </a:rPr>
              <a:t>SOC：短窗口看不见漂，死区留下常偏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5760720" cy="530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他们已经有 EKF。误差先完全线性增长，过大约 2% 才慢慢收到 3% 多一点。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线性段：创新还小于 10 mV，滤波增益几乎为 0，等于开环安时。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2% 是创新刚摸到 10 mV；3% 多是死区边缘（约 10 mV ÷ 3 mV/%）。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OCV 小网最差 30 mV 能偏几个百分点，现场 +3% 更像死区，不是 30 mV 全折进去。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Microsoft YaHei"/>
                <a:ea typeface="Microsoft YaHei"/>
              </a:rPr>
              <a:t>我们针对这些做什么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5760720" cy="530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不是再做一个更炫的小网，也不是「我们多上一个卡尔曼」。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EKF 每拍吃创新，不设 10 mV 的 SOC 死区；电阻头不要和滤波抢同一条误差。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电阻增量离线、按任务选档：涨阻只动两个乘子；缺温区用回放；没变就冻结；拆不开就不动表。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不按拍反传整张网。有激励才动电阻。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Microsoft YaHei"/>
                <a:ea typeface="Microsoft YaHei"/>
              </a:rPr>
              <a:t>实验怎么设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5760720" cy="530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对象：100 Ah NMC 模板，不是某一款商用电芯。数字用来比方法。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电路：一阶 Thevenin。网络只出 R0、R1，电容钉死。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增量损失：开环电压误差。滤波把电压贴回去之后的残差不拿来训练。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训练网格大约 10 分钟一条，带边沿和回弹。小时级另做，不进训练集。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Microsoft YaHei"/>
                <a:ea typeface="Microsoft YaHei"/>
              </a:rPr>
              <a:t>每种错配都用同一套五档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00584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023360"/>
                <a:gridCol w="4937760"/>
              </a:tblGrid>
              <a:tr h="365760">
                <a:tc>
                  <a:txBody>
                    <a:bodyPr wrap="square" lIns="73152" rIns="73152"/>
                    <a:lstStyle/>
                    <a:p>
                      <a:pPr algn="l"/>
                      <a:r>
                        <a:rPr sz="1600" b="1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档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/>
                      <a:r>
                        <a:rPr sz="1600" b="1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做什么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/>
                      <a:r>
                        <a:rPr sz="1600" b="1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适合什么时候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</a:tr>
              <a:tr h="365760">
                <a:tc>
                  <a:txBody>
                    <a:bodyPr wrap="square" lIns="73152" rIns="73152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冻结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权重完全不动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其实没有新东西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lIns="73152" rIns="73152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合集重训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旧网格和新数据一起再训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旧数据还在、想重拟合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lIns="73152" rIns="73152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回放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新年份为主，抽一部分旧轨迹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补一块新区域、保住旧区域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lIns="73152" rIns="73152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只微调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只扫新年份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容易把旧表改坏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lIns="73152" rIns="73152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缩放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只学两个正数乘子 k0、k1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整张表幅度变了、形状还在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Microsoft YaHei"/>
                <a:ea typeface="Microsoft YaHei"/>
              </a:rPr>
              <a:t>A. 整张电阻 ×1.15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005840"/>
          <a:ext cx="96012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377440"/>
                <a:gridCol w="2194560"/>
                <a:gridCol w="3017520"/>
              </a:tblGrid>
              <a:tr h="365760">
                <a:tc>
                  <a:txBody>
                    <a:bodyPr wrap="square" lIns="73152" rIns="73152"/>
                    <a:lstStyle/>
                    <a:p>
                      <a:pPr algn="l"/>
                      <a:r>
                        <a:rPr sz="1600" b="1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档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/>
                      <a:r>
                        <a:rPr sz="1600" b="1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新年份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/>
                      <a:r>
                        <a:rPr sz="1600" b="1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旧网格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/>
                      <a:r>
                        <a:rPr sz="1600" b="1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乘子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</a:tr>
              <a:tr h="365760">
                <a:tc>
                  <a:txBody>
                    <a:bodyPr wrap="square" lIns="73152" rIns="73152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冻结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26 mV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7.8 mV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lIns="73152" rIns="73152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缩放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8.7 mV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24 mV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约 1.18，两通道齐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lIns="73152" rIns="73152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只微调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last 20 mV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17 mV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两通道不齐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2880360"/>
            <a:ext cx="96012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结论：整体涨阻，只动两个乘子。旧网格变差是缺寿命维的正常结果，不是遗忘失败。100 轮底板 7.8 mV。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D 抬噪声后吃测量列：相对 A 的 7.8 mV，冻结旧集 11.8 mV（+4 mV）。缩放仍把新年份降回 12 mV，乘子仍然齐。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Microsoft YaHei"/>
                <a:ea typeface="Microsoft YaHei"/>
              </a:rPr>
              <a:t>B. 填洞  −10 °C　　C. 同分布再贴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6583680" cy="530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B 舰队没见过 −10 °C。冻结：新 10 mV，旧 7.5 mV。回放 / 重训把新温区降到旧集量级。缩放两个乘子朝反方向走。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结论：缺温区，用回放或重训，不要缩放。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C 舰队其实已经见过这一档。冻结新 6 mV、旧 4 mV。只微调新年份削了零点几毫伏，旧集抬约 10%。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结论：同分布再贴，正确动作是不更新。只报新年份电压会假装成功。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Microsoft YaHei"/>
                <a:ea typeface="Microsoft YaHei"/>
              </a:rPr>
              <a:t>E. 这一趟表偏　　F. 小时级门控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6766560" cy="530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E 仿真仍是新电芯，只把表上的 R0 乘 1.2。关掉滤波慢偏置，休息 SOC 被拉约 0.5 pp；打开后偏置约 −160 µΩ，SOC 回来。不要当成老化去改整张表。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F 健康长恒流：开环 1.2 mV，门控拒绝。零偏 5 A、容量打九五折：门控会通过，但滤波电压仍亚毫伏，安时已经漂了。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结论：门控通过 ≠ 该改电阻。长恒流加停车不是增量主集。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Microsoft YaHei"/>
                <a:ea typeface="Microsoft YaHei"/>
              </a:rPr>
              <a:t>G. 寿命因子 0.90　　H. 真值是二阶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6766560" cy="530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G 电阻、电容按寿命因子乘，开路电压和容量先不动。R0 大约 ×1.10，R1 大约 ×1.15。缩放两个乘子分别对着这两个数，不相等不是拆错通道。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结论：缺寿命维的涨阻，仍走缩放。不要和容量掉、二阶电路第一次叠在一起。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H 生成器多一条约 90 秒的慢极化，估计器不读。开环从 1 mV 到 12 mV，回弹后段留下 7–15 mV 同号慢尾巴。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结论：这是缺一条时间常数，不是表幅度错了。不要用二阶电压去增量一阶网络。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Microsoft YaHei"/>
                <a:ea typeface="Microsoft YaHei"/>
              </a:rPr>
              <a:t>先看开环电压，再决定动哪一层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96012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3474720"/>
                <a:gridCol w="3474720"/>
              </a:tblGrid>
              <a:tr h="365760">
                <a:tc>
                  <a:txBody>
                    <a:bodyPr wrap="square" lIns="73152" rIns="73152"/>
                    <a:lstStyle/>
                    <a:p>
                      <a:pPr algn="l"/>
                      <a:r>
                        <a:rPr sz="1600" b="1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你看到的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/>
                      <a:r>
                        <a:rPr sz="1600" b="1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该做什么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/>
                      <a:r>
                        <a:rPr sz="1600" b="1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不该做什么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</a:tr>
              <a:tr h="365760">
                <a:tc>
                  <a:txBody>
                    <a:bodyPr wrap="square" lIns="73152" rIns="73152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几乎没高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冻结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再训练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lIns="73152" rIns="73152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各温区边沿都大，像电流×多出来的电阻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只学两个乘子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解冻整张网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lIns="73152" rIns="73152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只在没覆盖的温度大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回放或重训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缩放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lIns="73152" rIns="73152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回弹后段同号慢尾巴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允许残差，不增量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写成内阻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lIns="73152" rIns="73152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开环大、滤波健康、安时在漂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先查分流器和容量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拆 R0 / R1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lIns="73152" rIns="73152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只有这一趟边沿大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滤波慢偏置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立刻改网络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Microsoft YaHei"/>
                <a:ea typeface="Microsoft YaHei"/>
              </a:rPr>
              <a:t>事先四个问题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6766560" cy="530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同分布再训练，会不会假装成功？会。只报新年份电压，微调看起来赢了。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激励不足时电压变好，会不会把电阻拆错？会。现有门控挡不住零偏和容量错。过了门也不许拆通道。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测量列相对真值列偏多少？墙仍是电阻幅度。A、D 都训 100 轮，列差约 +4 mV。不必追 4 mV。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开环残差长什么样？一阶看二阶真值，回弹后段是第二指数，大约 7–15 mV。不是增量对象。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Microsoft YaHei"/>
                <a:ea typeface="Microsoft YaHei"/>
              </a:rPr>
              <a:t>完成度，和下一期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5760720" cy="530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按计划，A 到 H 已齐。可以进入第 1 期。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这期故意没做：不换循环骨干，不把网络塞进卡尔曼，不升二阶，不写 MCU 固件。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记下了但还没补：填洞舰队只训了 100 轮；小时级没有强行微调。不影响结题口径。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</a:rPr>
              <a:t>下一期：滑窗更新（没边沿、没回弹就不走一步）；每芯一个很小的残差头，纯涨阻时不该赢过两个乘子。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