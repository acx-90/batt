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965960"/>
            <a:ext cx="9144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Microsoft YaHei"/>
                <a:ea typeface="Microsoft YaHei"/>
              </a:rPr>
              <a:t>第 0 期实验汇报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100 Ah NMC 模板 · 一阶等效电路 · 合成数据对照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英飞凌 demo 短窗口不够当过关，我们补 SOC 与电阻怎么拆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76072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第 0 期已经做完。A 到 H 都有正式数字，可以进第 1 期。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这期不是再做一个更炫的小网。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英飞凌 demo 放 300 秒可以报 SOC 1% 以内；时间一拉长，容量错和电流零偏会把安时拉开。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要先证明：电阻表该不该改、该怎么改。不能只看电压变好，更不能只看五分钟的 SOC。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  <a:ea typeface="Microsoft YaHei"/>
              </a:rPr>
              <a:t>英飞凌 demo 不够好，窗口还太短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76072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现场结构：3×8×2 小网，电阻 = 规格书点 + 网络残差。电压偏过 10 mV 就按拍反传。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对外放了大约 300 秒，SOC 误差报 1% 以内。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300 秒在 1C 上只走约 8 个百分点 SOC。容量错 5%，或零偏 5 A，积分都只有约 0.4 个百分点，还在 1% 里。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这不是估准了，是安时误差还没长出来。车上是快充几十分钟、停车几小时，不是 300 秒展台。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  <a:ea typeface="Microsoft YaHei"/>
              </a:rPr>
              <a:t>300 秒结构上验不出积分误差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05840"/>
          <a:ext cx="7772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00400"/>
                <a:gridCol w="2194560"/>
              </a:tblGrid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错配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300 秒、1C 上安时会偏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进不进 1%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容量打九五折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约 0.44 个百分点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5 A 电流零偏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约 0.42 个百分点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容量错 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约 0.93 个百分点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刚进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274320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要让 5% 容量错配顶破 1%，净安时得超过约 19 Ah：1C 大约 11 分钟，0.3C 大约 38 分钟。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  <a:ea typeface="Microsoft YaHei"/>
              </a:rPr>
              <a:t>同一套错配，拉到两小时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05840"/>
          <a:ext cx="9601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377440"/>
                <a:gridCol w="2468880"/>
                <a:gridCol w="2468880"/>
              </a:tblGrid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错配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安时终点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卡尔曼终点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开环电压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容量 95 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−3.16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+0.04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21.9 mV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容量 105 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+2.86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+0.08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9.5 mV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5 A 零偏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−10.0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+1.40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143 mV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283464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工况：0.3C 放电 2 小时。仿真仍是 100 Ah。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安时跑飞；卡尔曼用电压把 SOC 钉回去。若再把电压误差写进电阻，SOC 和内阻一起飞。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  <a:ea typeface="Microsoft YaHei"/>
              </a:rPr>
              <a:t>跑飞之后，会停在真值 +3% 附近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76072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开环安时不会自己停。能稳住，说明 demo 用电压在往回拉。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停在 +3% 而不是 0，是 10 mV 死区折到中段开路电压斜率上。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中段大约每 3 mV 对应 1% SOC：10 mV ÷ 3 mV ≈ 3%。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这不是容量刚好错了 3%。那种误差会随安时继续长。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我们的卡尔曼没有这道 SOC 死区。同样打到 105 Ah，安时 +2.86 pp，滤波终点只有 +0.08 pp。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  <a:ea typeface="Microsoft YaHei"/>
              </a:rPr>
              <a:t>我们要补的不是小网，是这三件事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76072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1. 时间拉长以后，SOC 还能不能钉住。用卡尔曼吃端电压，不要让电阻头去跟斜坡。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2. 电压对不上时，到底该不该改电阻表。四种「新」不能用同一套验收。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3. 不要照搬「过 10 mV 就每 0.1 秒反传」。那是没回放时的展台折中。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一律再训练，新年份电压往往会降，旧工况的表却被改坏。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  <a:ea typeface="Microsoft YaHei"/>
              </a:rPr>
              <a:t>实验怎么设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76072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对象：100 Ah NMC 模板，不是某一款商用电芯。数字用来比方法。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电路：一阶 Thevenin。网络只出 R0、R1，电容钉死。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增量损失：开环电压误差。滤波把电压贴回去之后的残差不拿来训练。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训练网格大约 10 分钟一条，带边沿和回弹。小时级另做，不进训练集。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  <a:ea typeface="Microsoft YaHei"/>
              </a:rPr>
              <a:t>每种错配都用同一套五档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0584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023360"/>
                <a:gridCol w="4937760"/>
              </a:tblGrid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档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做什么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适合什么时候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冻结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权重完全不动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其实没有新东西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合集重训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旧网格和新数据一起再训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旧数据还在、想重拟合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回放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新年份为主，抽一部分旧轨迹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补一块新区域、保住旧区域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只微调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只扫新年份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容易把旧表改坏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缩放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只学两个正数乘子 k0、k1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整张表幅度变了、形状还在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  <a:ea typeface="Microsoft YaHei"/>
              </a:rPr>
              <a:t>A. 整张电阻 ×1.15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05840"/>
          <a:ext cx="9601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2194560"/>
                <a:gridCol w="3017520"/>
              </a:tblGrid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档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新年份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旧网格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乘子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冻结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23 mV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 mV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缩放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约 7 mV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22 mV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约 1.20，两通道齐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只微调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6 mV，最好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18 mV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两通道不齐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288036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结论：整体涨阻，只动两个乘子。旧网格变差是缺寿命维的正常结果，不是遗忘失败。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  <a:ea typeface="Microsoft YaHei"/>
              </a:rPr>
              <a:t>B. 填洞  −10 °C　　C. 同分布再贴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658368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B 舰队没见过 −10 °C。冻结：新 10 mV，旧 7.5 mV。回放 / 重训把新温区降到旧集量级。缩放两个乘子朝反方向走。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结论：缺温区，用回放或重训，不要缩放。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C 舰队其实已经见过这一档。冻结新 6 mV、旧 4 mV。只微调新年份削了零点几毫伏，旧集抬约 10%。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结论：同分布再贴，正确动作是不更新。只报新年份电压会假装成功。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  <a:ea typeface="Microsoft YaHei"/>
              </a:rPr>
              <a:t>E. 这一趟表偏　　F. 小时级门控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676656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E 仿真仍是新电芯，只把表上的 R0 乘 1.2。关掉滤波慢偏置，休息 SOC 被拉约 0.5 pp；打开后偏置约 −160 µΩ，SOC 回来。不要当成老化去改整张表。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F 健康长恒流：开环 1.2 mV，门控拒绝。零偏 5 A、容量打九五折：门控会通过，但滤波电压仍亚毫伏，安时已经漂了。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结论：门控通过 ≠ 该改电阻。长恒流加停车不是增量主集。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  <a:ea typeface="Microsoft YaHei"/>
              </a:rPr>
              <a:t>G. 寿命因子 0.90　　H. 真值是二阶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676656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G 电阻、电容按寿命因子乘，开路电压和容量先不动。R0 大约 ×1.10，R1 大约 ×1.15。缩放两个乘子分别对着这两个数，不相等不是拆错通道。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结论：缺寿命维的涨阻，仍走缩放。不要和容量掉、二阶电路第一次叠在一起。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H 生成器多一条约 90 秒的慢极化，估计器不读。开环从 1 mV 到 12 mV，回弹后段留下 7–15 mV 同号慢尾巴。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结论：这是缺一条时间常数，不是表幅度错了。不要用二阶电压去增量一阶网络。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  <a:ea typeface="Microsoft YaHei"/>
              </a:rPr>
              <a:t>先看开环电压，再决定动哪一层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6012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474720"/>
                <a:gridCol w="3474720"/>
              </a:tblGrid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你看到的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该做什么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不该做什么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几乎没高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冻结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再训练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各温区边沿都大，像电流×多出来的电阻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只学两个乘子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解冻整张网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只在没覆盖的温度大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回放或重训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缩放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回弹后段同号慢尾巴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允许残差，不增量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写成内阻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开环大、滤波健康、安时在漂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先查分流器和容量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拆 R0 / 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只有这一趟边沿大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滤波慢偏置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立刻改网络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  <a:ea typeface="Microsoft YaHei"/>
              </a:rPr>
              <a:t>事先四个问题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676656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同分布再训练，会不会假装成功？会。只报新年份电压，微调看起来赢了。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激励不足时电压变好，会不会把电阻拆错？会。现有门控挡不住零偏和容量错。过了门也不许拆通道。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测量列相对真值列偏多少？墙仍是电阻幅度。底板差约 3.6 mV，主因是训次没对齐。这题只答了一半。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开环残差长什么样？一阶看二阶真值，回弹后段是第二指数，大约 7–15 mV。不是增量对象。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  <a:ea typeface="Microsoft YaHei"/>
              </a:rPr>
              <a:t>完成度，和下一期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76072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按计划，A 到 H 已齐。可以进入第 1 期。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这期故意没做：不换循环骨干，不把网络塞进卡尔曼，不升二阶，不写 MCU 固件。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记下了但还没补：测量列 / 填洞舰队只训了 100 轮；小时级没有强行微调。不影响结题口径。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下一期：滑窗更新（没边沿、没回弹就不走一步）；每芯一个很小的残差头，纯涨阻时不该赢过两个乘子。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